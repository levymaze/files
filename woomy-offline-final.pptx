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image" Target="../media/image-2-11.svg"/><Relationship Id="rId12" Type="http://schemas.openxmlformats.org/officeDocument/2006/relationships/image" Target="../media/image-2-12.png"/><Relationship Id="rId13" Type="http://schemas.openxmlformats.org/officeDocument/2006/relationships/image" Target="../media/image-2-13.svg"/><Relationship Id="rId14" Type="http://schemas.openxmlformats.org/officeDocument/2006/relationships/image" Target="../media/image-2-14.png"/><Relationship Id="rId15" Type="http://schemas.openxmlformats.org/officeDocument/2006/relationships/image" Target="../media/image-2-15.svg"/><Relationship Id="rId16" Type="http://schemas.openxmlformats.org/officeDocument/2006/relationships/image" Target="../media/image-2-16.png"/><Relationship Id="rId17" Type="http://schemas.openxmlformats.org/officeDocument/2006/relationships/image" Target="../media/image-2-17.sv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videotourl.com/videos/1781094022545-fcbfbfdc-cbf3-4481-b222-080a881d81c1.mp4" TargetMode="External"/><Relationship Id="rId4" Type="http://schemas.openxmlformats.org/officeDocument/2006/relationships/hyperlink" Target="https://videotourl.com/videos/1781103938612-7373a659-09d9-4a25-baf6-d1d41e0d58cd.mp4" TargetMode="External"/><Relationship Id="rId6" Type="http://schemas.openxmlformats.org/officeDocument/2006/relationships/hyperlink" Target="https://videotourl.com/videos/1781104684582-582677e8-c94c-45b8-8ebc-e7de1f27189c.mp4" TargetMode="External"/><Relationship Id="rId8" Type="http://schemas.openxmlformats.org/officeDocument/2006/relationships/hyperlink" Target="https://videotourl.com/videos/1781117025238-4ee12c22-1c1f-4345-92b0-eba4895ce91e.mp4" TargetMode="External"/><Relationship Id="rId10" Type="http://schemas.openxmlformats.org/officeDocument/2006/relationships/hyperlink" Target="https://videotourl.com/videos/1781102839986-f56a3a5c-d619-4c92-85a1-d3392efba9d0.mp4" TargetMode="External"/><Relationship Id="rId12" Type="http://schemas.openxmlformats.org/officeDocument/2006/relationships/hyperlink" Target="https://videotourl.com/videos/1781118265884-c459a1aa-8444-426e-afd2-3fe43eb7b805.mp4" TargetMode="External"/><Relationship Id="rId1" Type="http://schemas.openxmlformats.org/officeDocument/2006/relationships/image" Target="../media/image-3-1.png"/><Relationship Id="rId3" Type="http://schemas.openxmlformats.org/officeDocument/2006/relationships/image" Target="../media/image-3-1.png"/><Relationship Id="rId5" Type="http://schemas.openxmlformats.org/officeDocument/2006/relationships/image" Target="../media/image-3-1.png"/><Relationship Id="rId7" Type="http://schemas.openxmlformats.org/officeDocument/2006/relationships/image" Target="../media/image-3-1.png"/><Relationship Id="rId9" Type="http://schemas.openxmlformats.org/officeDocument/2006/relationships/image" Target="../media/image-3-1.png"/><Relationship Id="rId11" Type="http://schemas.openxmlformats.org/officeDocument/2006/relationships/image" Target="../media/image-3-1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0" Type="http://schemas.openxmlformats.org/officeDocument/2006/relationships/hyperlink" Target="https://github.com/Levymaze/WoomyArrasOffline" TargetMode="External"/><Relationship Id="rId12" Type="http://schemas.openxmlformats.org/officeDocument/2006/relationships/hyperlink" Target="https://levymaze.github.io/WoomyArrasOffline/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1" Type="http://schemas.openxmlformats.org/officeDocument/2006/relationships/image" Target="../media/image-5-10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6612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093714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Woomy-Arras Offline?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96119" y="2695873"/>
            <a:ext cx="815176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Woomy-Arras Offline is a community-driven offline version of the popular browser-based tank battle game Woomy-Arras.io. It lets players enjoy the game without relying on online servers.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247951"/>
            <a:ext cx="332259" cy="33225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6119" y="3735958"/>
            <a:ext cx="261342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Gameplay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96119" y="4018359"/>
            <a:ext cx="2613422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a tank, destroy enemies and shapes, level up through class trees, and unlock unique tank abilities.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65289" y="3247951"/>
            <a:ext cx="332259" cy="33225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65289" y="3735958"/>
            <a:ext cx="261342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3265289" y="4018359"/>
            <a:ext cx="2613422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game modes, tank customization, and strategic combat make each run feel different.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4460" y="3247951"/>
            <a:ext cx="332259" cy="33225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34460" y="3735958"/>
            <a:ext cx="261342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Active Development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6034460" y="4018359"/>
            <a:ext cx="2613422" cy="69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55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is actively maintained and continues to evolve through community </a:t>
            </a:r>
            <a:endParaRPr lang="en-US" sz="10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2672"/>
            <a:ext cx="4722763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My Contributions</a:t>
            </a:r>
            <a:endParaRPr lang="en-US" sz="1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793626"/>
            <a:ext cx="4722763" cy="894606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744" y="1172840"/>
            <a:ext cx="136178" cy="13617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26976" y="893936"/>
            <a:ext cx="4191595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Game Modes</a:t>
            </a:r>
            <a:endParaRPr lang="en-US" sz="850" dirty="0"/>
          </a:p>
        </p:txBody>
      </p:sp>
      <p:sp>
        <p:nvSpPr>
          <p:cNvPr id="7" name="Text 2"/>
          <p:cNvSpPr/>
          <p:nvPr/>
        </p:nvSpPr>
        <p:spPr>
          <a:xfrm>
            <a:off x="926976" y="1070744"/>
            <a:ext cx="4191595" cy="517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Re-added Growth FFA</a:t>
            </a:r>
            <a:endParaRPr lang="en-US" sz="700" dirty="0"/>
          </a:p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Added Growth hybrid modes: Growth 4TDM, Growth Siege, Growth Maze FFA, Growth 2TDM, Growth 4TDM Maze, Growth Solo vs Team, and many more</a:t>
            </a:r>
            <a:endParaRPr lang="en-US" sz="700" dirty="0"/>
          </a:p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Modes designed for experimentation while maintaining original Arras feel</a:t>
            </a:r>
            <a:endParaRPr lang="en-US" sz="7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1746349"/>
            <a:ext cx="4722763" cy="1034058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6744" y="2195289"/>
            <a:ext cx="136178" cy="136178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926976" y="1846659"/>
            <a:ext cx="4191595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Testing &amp; Development Tools</a:t>
            </a:r>
            <a:endParaRPr lang="en-US" sz="850" dirty="0"/>
          </a:p>
        </p:txBody>
      </p:sp>
      <p:sp>
        <p:nvSpPr>
          <p:cNvPr id="11" name="Text 4"/>
          <p:cNvSpPr/>
          <p:nvPr/>
        </p:nvSpPr>
        <p:spPr>
          <a:xfrm>
            <a:off x="926976" y="2023467"/>
            <a:ext cx="4191595" cy="656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Beta Testing Panel with score editing and skill point editing and many more features</a:t>
            </a:r>
            <a:endParaRPr lang="en-US" sz="700" dirty="0"/>
          </a:p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Added World Edit options: change total bot count, change total polygon count, +7 new features</a:t>
            </a:r>
            <a:endParaRPr lang="en-US" sz="700" dirty="0"/>
          </a:p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Admin/Developer Commands (Dev Token Required): I, U, H, Q, (+), (-), V, and many more</a:t>
            </a:r>
            <a:endParaRPr lang="en-US" sz="700" dirty="0"/>
          </a:p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Boss spawn button for any map</a:t>
            </a:r>
            <a:endParaRPr lang="en-US" sz="7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6119" y="2838524"/>
            <a:ext cx="4722763" cy="755154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6744" y="3148013"/>
            <a:ext cx="136178" cy="136178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926976" y="2938835"/>
            <a:ext cx="4191595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Tank Additions &amp; Combat Updates</a:t>
            </a:r>
            <a:endParaRPr lang="en-US" sz="850" dirty="0"/>
          </a:p>
        </p:txBody>
      </p:sp>
      <p:sp>
        <p:nvSpPr>
          <p:cNvPr id="15" name="Text 6"/>
          <p:cNvSpPr/>
          <p:nvPr/>
        </p:nvSpPr>
        <p:spPr>
          <a:xfrm>
            <a:off x="926976" y="3115642"/>
            <a:ext cx="4191595" cy="377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Added Countless new tank upgrades and entire new branch classes</a:t>
            </a:r>
            <a:endParaRPr lang="en-US" sz="700" dirty="0"/>
          </a:p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old tanks fire power</a:t>
            </a:r>
            <a:endParaRPr lang="en-US" sz="700" dirty="0"/>
          </a:p>
          <a:p>
            <a:pPr algn="l" marL="142240" indent="-142240">
              <a:lnSpc>
                <a:spcPct val="109000"/>
              </a:lnSpc>
              <a:buSzPct val="100000"/>
              <a:buChar char="​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700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6119" y="3651796"/>
            <a:ext cx="4722763" cy="1068958"/>
          </a:xfrm>
          <a:prstGeom prst="rect">
            <a:avLst/>
          </a:prstGeom>
        </p:spPr>
      </p:pic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16744" y="4118149"/>
            <a:ext cx="136178" cy="136178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926976" y="3752106"/>
            <a:ext cx="4191595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Rework</a:t>
            </a:r>
            <a:endParaRPr lang="en-US" sz="850" dirty="0"/>
          </a:p>
        </p:txBody>
      </p:sp>
      <p:sp>
        <p:nvSpPr>
          <p:cNvPr id="19" name="Text 8"/>
          <p:cNvSpPr/>
          <p:nvPr/>
        </p:nvSpPr>
        <p:spPr>
          <a:xfrm>
            <a:off x="926976" y="3928914"/>
            <a:ext cx="4191595" cy="537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Optimization</a:t>
            </a:r>
            <a:endParaRPr lang="en-US" sz="700" dirty="0"/>
          </a:p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Tank Balances</a:t>
            </a:r>
            <a:endParaRPr lang="en-US" sz="700" dirty="0"/>
          </a:p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Collision Detection System</a:t>
            </a:r>
            <a:endParaRPr lang="en-US" sz="700" dirty="0"/>
          </a:p>
          <a:p>
            <a:pPr algn="l" marL="142240" indent="-142240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Oversight fixes and major Debugging</a:t>
            </a:r>
            <a:endParaRPr lang="en-US" sz="700" dirty="0"/>
          </a:p>
        </p:txBody>
      </p:sp>
      <p:sp>
        <p:nvSpPr>
          <p:cNvPr id="20" name="Text 9"/>
          <p:cNvSpPr/>
          <p:nvPr/>
        </p:nvSpPr>
        <p:spPr>
          <a:xfrm>
            <a:off x="926976" y="4501307"/>
            <a:ext cx="4191595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70371"/>
            <a:ext cx="8063954" cy="319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Game Mechanics</a:t>
            </a:r>
            <a:endParaRPr lang="en-US" sz="2000" dirty="0"/>
          </a:p>
        </p:txBody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948482"/>
            <a:ext cx="8063954" cy="461888"/>
          </a:xfrm>
          <a:prstGeom prst="rect">
            <a:avLst/>
          </a:prstGeom>
        </p:spPr>
      </p:pic>
      <p:pic>
        <p:nvPicPr>
          <p:cNvPr id="4" name="Image 1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3" y="1529358"/>
            <a:ext cx="8063954" cy="461888"/>
          </a:xfrm>
          <a:prstGeom prst="rect">
            <a:avLst/>
          </a:prstGeom>
        </p:spPr>
      </p:pic>
      <p:pic>
        <p:nvPicPr>
          <p:cNvPr id="5" name="Image 2" descr="preencoded.png">
            <a:hlinkClick r:id="rId6" tooltip="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23" y="2110234"/>
            <a:ext cx="8063954" cy="461888"/>
          </a:xfrm>
          <a:prstGeom prst="rect">
            <a:avLst/>
          </a:prstGeom>
        </p:spPr>
      </p:pic>
      <p:pic>
        <p:nvPicPr>
          <p:cNvPr id="6" name="Image 3" descr="preencoded.png">
            <a:hlinkClick r:id="rId8" tooltip="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023" y="2691110"/>
            <a:ext cx="8063954" cy="461888"/>
          </a:xfrm>
          <a:prstGeom prst="rect">
            <a:avLst/>
          </a:prstGeom>
        </p:spPr>
      </p:pic>
      <p:pic>
        <p:nvPicPr>
          <p:cNvPr id="7" name="Image 4" descr="preencoded.png">
            <a:hlinkClick r:id="rId10" tooltip="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023" y="3271986"/>
            <a:ext cx="8063954" cy="461888"/>
          </a:xfrm>
          <a:prstGeom prst="rect">
            <a:avLst/>
          </a:prstGeom>
        </p:spPr>
      </p:pic>
      <p:pic>
        <p:nvPicPr>
          <p:cNvPr id="8" name="Image 5" descr="preencoded.png">
            <a:hlinkClick r:id="rId12" tooltip="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0023" y="3852862"/>
            <a:ext cx="8063954" cy="461888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540023" y="4473476"/>
            <a:ext cx="8063954" cy="199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i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and many more features…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966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Achievements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08521"/>
            <a:ext cx="3951610" cy="12263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01034" y="1100361"/>
            <a:ext cx="3951610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#1 on Search Results Since May 2026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701034" y="1810271"/>
            <a:ext cx="440881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2381994"/>
            <a:ext cx="1832893" cy="22810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33007" y="2365474"/>
            <a:ext cx="4576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33007" y="2578745"/>
            <a:ext cx="4119563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1k Monthly visits since June 2026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6198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Future Continues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267519" y="868040"/>
            <a:ext cx="86089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Woomy-Arras Offline continues to be worked on, expect more changes soon.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06537"/>
            <a:ext cx="4035996" cy="105734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50306" y="1202159"/>
            <a:ext cx="127546" cy="12754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6669" y="1531813"/>
            <a:ext cx="379489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Ongoing Evolution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16669" y="1745679"/>
            <a:ext cx="3794894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 continuous improvements, new features, and exciting content as the project steadily advances.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1812" y="1106537"/>
            <a:ext cx="4036070" cy="1057349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66074" y="1202159"/>
            <a:ext cx="127546" cy="12754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732362" y="1531813"/>
            <a:ext cx="379496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Community-Powered</a:t>
            </a:r>
            <a:endParaRPr lang="en-US" sz="1000" dirty="0"/>
          </a:p>
        </p:txBody>
      </p:sp>
      <p:sp>
        <p:nvSpPr>
          <p:cNvPr id="11" name="Text 5"/>
          <p:cNvSpPr/>
          <p:nvPr/>
        </p:nvSpPr>
        <p:spPr>
          <a:xfrm>
            <a:off x="4732362" y="1745679"/>
            <a:ext cx="379496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ideas, feedback, and contributions are essential to shaping the game's direction and success.</a:t>
            </a:r>
            <a:endParaRPr lang="en-US" sz="800" dirty="0"/>
          </a:p>
        </p:txBody>
      </p:sp>
      <p:pic>
        <p:nvPicPr>
          <p:cNvPr id="12" name="Image 4" descr="preencoded.png">
            <a:hlinkClick r:id="rId10" tooltip="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119" y="2253555"/>
            <a:ext cx="8151763" cy="1072753"/>
          </a:xfrm>
          <a:prstGeom prst="rect">
            <a:avLst/>
          </a:prstGeom>
        </p:spPr>
      </p:pic>
      <p:pic>
        <p:nvPicPr>
          <p:cNvPr id="13" name="Image 5" descr="preencoded.png">
            <a:hlinkClick r:id="rId12" tooltip="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6119" y="3415978"/>
            <a:ext cx="8151763" cy="1072753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267519" y="4578400"/>
            <a:ext cx="86089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for being a part of this incredible community. The best is yet to come!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2026-07-30T16:35:33Z</dcterms:created>
  <dcterms:modified xsi:type="dcterms:W3CDTF">2026-07-30T16:35:33Z</dcterms:modified>
</cp:coreProperties>
</file>