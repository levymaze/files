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videotourl.com/videos/1781094022545-fcbfbfdc-cbf3-4481-b222-080a881d81c1.mp4" TargetMode="External"/><Relationship Id="rId4" Type="http://schemas.openxmlformats.org/officeDocument/2006/relationships/hyperlink" Target="https://videotourl.com/videos/1781103938612-7373a659-09d9-4a25-baf6-d1d41e0d58cd.mp4" TargetMode="External"/><Relationship Id="rId6" Type="http://schemas.openxmlformats.org/officeDocument/2006/relationships/hyperlink" Target="https://videotourl.com/videos/1781104684582-582677e8-c94c-45b8-8ebc-e7de1f27189c.mp4" TargetMode="External"/><Relationship Id="rId8" Type="http://schemas.openxmlformats.org/officeDocument/2006/relationships/hyperlink" Target="https://videotourl.com/videos/1781117025238-4ee12c22-1c1f-4345-92b0-eba4895ce91e.mp4" TargetMode="External"/><Relationship Id="rId10" Type="http://schemas.openxmlformats.org/officeDocument/2006/relationships/hyperlink" Target="https://videotourl.com/videos/1781102839986-f56a3a5c-d619-4c92-85a1-d3392efba9d0.mp4" TargetMode="External"/><Relationship Id="rId12" Type="http://schemas.openxmlformats.org/officeDocument/2006/relationships/hyperlink" Target="https://videotourl.com/videos/1781118265884-c459a1aa-8444-426e-afd2-3fe43eb7b805.mp4" TargetMode="External"/><Relationship Id="rId1" Type="http://schemas.openxmlformats.org/officeDocument/2006/relationships/image" Target="../media/image-3-1.png"/><Relationship Id="rId3" Type="http://schemas.openxmlformats.org/officeDocument/2006/relationships/image" Target="../media/image-3-1.png"/><Relationship Id="rId5" Type="http://schemas.openxmlformats.org/officeDocument/2006/relationships/image" Target="../media/image-3-1.png"/><Relationship Id="rId7" Type="http://schemas.openxmlformats.org/officeDocument/2006/relationships/image" Target="../media/image-3-1.png"/><Relationship Id="rId9" Type="http://schemas.openxmlformats.org/officeDocument/2006/relationships/image" Target="../media/image-3-1.png"/><Relationship Id="rId11" Type="http://schemas.openxmlformats.org/officeDocument/2006/relationships/image" Target="../media/image-3-1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0" Type="http://schemas.openxmlformats.org/officeDocument/2006/relationships/hyperlink" Target="https://github.com/Levymaze/WoomyArrasOffline" TargetMode="External"/><Relationship Id="rId12" Type="http://schemas.openxmlformats.org/officeDocument/2006/relationships/hyperlink" Target="https://levymaze.github.io/WoomyArrasOffline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1" Type="http://schemas.openxmlformats.org/officeDocument/2006/relationships/image" Target="../media/image-5-10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07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35609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Woomy-Arras Offline?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96119" y="1895549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Woomy-Arras Offline is a community-driven offline version of the popular browser-based tank battle game Woomy-Arras.io. It lets players enjoy the game without relying on online servers.</a:t>
            </a:r>
            <a:endParaRPr lang="en-US" sz="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73027"/>
            <a:ext cx="221456" cy="221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2363688"/>
            <a:ext cx="2671093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Gameplay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96119" y="2535287"/>
            <a:ext cx="267109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a tank, destroy enemies and shapes, level up through class trees, and unlock unique tank abilities.</a:t>
            </a:r>
            <a:endParaRPr lang="en-US" sz="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6416" y="2073027"/>
            <a:ext cx="221456" cy="221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36416" y="2363688"/>
            <a:ext cx="2671093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3236416" y="2535287"/>
            <a:ext cx="267109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game modes, tank customization, and strategic combat make each run feel different.</a:t>
            </a:r>
            <a:endParaRPr lang="en-US" sz="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6714" y="2073027"/>
            <a:ext cx="221456" cy="221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76714" y="2363688"/>
            <a:ext cx="2671167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Development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5976714" y="2535287"/>
            <a:ext cx="2671167" cy="37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actively maintained and continues to evolve through community </a:t>
            </a:r>
            <a:endParaRPr lang="en-US" sz="6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contributions.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496119" y="2997101"/>
            <a:ext cx="8151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Insight: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96119" y="3246239"/>
            <a:ext cx="8151763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is a browser-based JavaScript canvas game that packages both the client and an adapted server/game-simulation runtime into the same web page. It is not built on Unity, Godot, Phaser, React, or a modern frontend framework. It is essentially a custom engine written in JavaScript, using: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496119" y="3654103"/>
            <a:ext cx="8151763" cy="653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HTML/CSS for the page/menu shell.</a:t>
            </a:r>
            <a:endParaRPr lang="en-US" sz="650" dirty="0"/>
          </a:p>
          <a:p>
            <a:pPr algn="l" marL="132080" indent="-13208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2D for rendering the game.</a:t>
            </a:r>
            <a:endParaRPr lang="en-US" sz="650" dirty="0"/>
          </a:p>
          <a:p>
            <a:pPr algn="l" marL="132080" indent="-13208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JavaScript for the client, renderer, input handling, entity drawing, mockup handling, and game UI.</a:t>
            </a:r>
            <a:endParaRPr lang="en-US" sz="650" dirty="0"/>
          </a:p>
          <a:p>
            <a:pPr algn="l" marL="132080" indent="-13208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Node-style game server runtime adapted to run in the browser using custom polyfills for require, module.exports, global, process, and WebSocket behavior.</a:t>
            </a:r>
            <a:endParaRPr lang="en-US" sz="650" dirty="0"/>
          </a:p>
          <a:p>
            <a:pPr algn="l" marL="132080" indent="-13208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WebSocket-like protocol between client and server.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496119" y="4369743"/>
            <a:ext cx="8151763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game is basically a single page offline browser app where the server simulation is loaded into the same browser tab and connected to the client through an in-memory WebSocket polyfill.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672"/>
            <a:ext cx="4722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 Contributions</a:t>
            </a:r>
            <a:endParaRPr lang="en-US" sz="1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793626"/>
            <a:ext cx="4722763" cy="89460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744" y="1172840"/>
            <a:ext cx="136178" cy="13617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26976" y="893936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Modes</a:t>
            </a: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926976" y="1070744"/>
            <a:ext cx="4191595" cy="5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Re-added Growth FFA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Growth hybrid modes: Growth 4TDM, Growth Siege, Growth Maze FFA, Growth 2TDM, Growth 4TDM Maze, Growth Solo vs Team, and many more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Modes designed for experimentation while maintaining original Arras feel</a:t>
            </a:r>
            <a:endParaRPr lang="en-US" sz="7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1746349"/>
            <a:ext cx="4722763" cy="103405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744" y="2195289"/>
            <a:ext cx="136178" cy="13617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26976" y="1846659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Development Tools</a:t>
            </a:r>
            <a:endParaRPr lang="en-US" sz="850" dirty="0"/>
          </a:p>
        </p:txBody>
      </p:sp>
      <p:sp>
        <p:nvSpPr>
          <p:cNvPr id="11" name="Text 4"/>
          <p:cNvSpPr/>
          <p:nvPr/>
        </p:nvSpPr>
        <p:spPr>
          <a:xfrm>
            <a:off x="926976" y="2023467"/>
            <a:ext cx="4191595" cy="656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Beta Testing Panel with score editing and skill point editing and many more features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World Edit options: change total bot count, change total polygon count, +7 new features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Admin/Developer Commands (Dev Token Required): I, U, H, Q, (+), (-), V, and many more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spawn button for any map</a:t>
            </a:r>
            <a:endParaRPr lang="en-US" sz="7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2838524"/>
            <a:ext cx="4722763" cy="755154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744" y="3148013"/>
            <a:ext cx="136178" cy="13617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26976" y="2938835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Tank Additions &amp; Combat Updates</a:t>
            </a:r>
            <a:endParaRPr lang="en-US" sz="850" dirty="0"/>
          </a:p>
        </p:txBody>
      </p:sp>
      <p:sp>
        <p:nvSpPr>
          <p:cNvPr id="15" name="Text 6"/>
          <p:cNvSpPr/>
          <p:nvPr/>
        </p:nvSpPr>
        <p:spPr>
          <a:xfrm>
            <a:off x="926976" y="3115642"/>
            <a:ext cx="4191595" cy="377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Countless new tank upgrades and entire new branch classes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old tanks fire power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​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6119" y="3651796"/>
            <a:ext cx="4722763" cy="106895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6744" y="4118149"/>
            <a:ext cx="136178" cy="13617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26976" y="3752106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Rework</a:t>
            </a:r>
            <a:endParaRPr lang="en-US" sz="850" dirty="0"/>
          </a:p>
        </p:txBody>
      </p:sp>
      <p:sp>
        <p:nvSpPr>
          <p:cNvPr id="19" name="Text 8"/>
          <p:cNvSpPr/>
          <p:nvPr/>
        </p:nvSpPr>
        <p:spPr>
          <a:xfrm>
            <a:off x="926976" y="3928914"/>
            <a:ext cx="4191595" cy="537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Optimization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Tank Balances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Collision Detection System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Oversight fixes and major Debugging</a:t>
            </a:r>
            <a:endParaRPr lang="en-US" sz="700" dirty="0"/>
          </a:p>
        </p:txBody>
      </p:sp>
      <p:sp>
        <p:nvSpPr>
          <p:cNvPr id="20" name="Text 9"/>
          <p:cNvSpPr/>
          <p:nvPr/>
        </p:nvSpPr>
        <p:spPr>
          <a:xfrm>
            <a:off x="926976" y="4501307"/>
            <a:ext cx="4191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70371"/>
            <a:ext cx="8063954" cy="319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Mechanics</a:t>
            </a:r>
            <a:endParaRPr lang="en-US" sz="2000" dirty="0"/>
          </a:p>
        </p:txBody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948482"/>
            <a:ext cx="8063954" cy="461888"/>
          </a:xfrm>
          <a:prstGeom prst="rect">
            <a:avLst/>
          </a:prstGeom>
        </p:spPr>
      </p:pic>
      <p:pic>
        <p:nvPicPr>
          <p:cNvPr id="4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29358"/>
            <a:ext cx="8063954" cy="461888"/>
          </a:xfrm>
          <a:prstGeom prst="rect">
            <a:avLst/>
          </a:prstGeom>
        </p:spPr>
      </p:pic>
      <p:pic>
        <p:nvPicPr>
          <p:cNvPr id="5" name="Image 2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23" y="2110234"/>
            <a:ext cx="8063954" cy="461888"/>
          </a:xfrm>
          <a:prstGeom prst="rect">
            <a:avLst/>
          </a:prstGeom>
        </p:spPr>
      </p:pic>
      <p:pic>
        <p:nvPicPr>
          <p:cNvPr id="6" name="Image 3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23" y="2691110"/>
            <a:ext cx="8063954" cy="461888"/>
          </a:xfrm>
          <a:prstGeom prst="rect">
            <a:avLst/>
          </a:prstGeom>
        </p:spPr>
      </p:pic>
      <p:pic>
        <p:nvPicPr>
          <p:cNvPr id="7" name="Image 4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023" y="3271986"/>
            <a:ext cx="8063954" cy="461888"/>
          </a:xfrm>
          <a:prstGeom prst="rect">
            <a:avLst/>
          </a:prstGeom>
        </p:spPr>
      </p:pic>
      <p:pic>
        <p:nvPicPr>
          <p:cNvPr id="8" name="Image 5" descr="preencoded.png">
            <a:hlinkClick r:id="rId12" tooltip="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023" y="3852862"/>
            <a:ext cx="8063954" cy="461888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540023" y="4473476"/>
            <a:ext cx="8063954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i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 many more features…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966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Achievements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08521"/>
            <a:ext cx="3951610" cy="1226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1034" y="1100361"/>
            <a:ext cx="3951610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#1 on Search Results Since May 2026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701034" y="1810271"/>
            <a:ext cx="44088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381994"/>
            <a:ext cx="1832893" cy="22810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33007" y="2365474"/>
            <a:ext cx="4576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33007" y="2578745"/>
            <a:ext cx="411956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1k Monthly visits since June 2026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98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Future Continues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267519" y="868040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Woomy-Arras Offline continues to be worked on, expect more changes soon.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06537"/>
            <a:ext cx="4035996" cy="105734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0306" y="1202159"/>
            <a:ext cx="127546" cy="1275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6669" y="1531813"/>
            <a:ext cx="37948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Ongoing Evolution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6669" y="1745679"/>
            <a:ext cx="37948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 continuous improvements, new features, and exciting content as the project steadily advances.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1812" y="1106537"/>
            <a:ext cx="4036070" cy="10573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66074" y="1202159"/>
            <a:ext cx="127546" cy="1275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32362" y="1531813"/>
            <a:ext cx="379496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Community-Powered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732362" y="1745679"/>
            <a:ext cx="379496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ideas, feedback, and contributions are essential to shaping the game's direction and success.</a:t>
            </a:r>
            <a:endParaRPr lang="en-US" sz="800" dirty="0"/>
          </a:p>
        </p:txBody>
      </p:sp>
      <p:pic>
        <p:nvPicPr>
          <p:cNvPr id="12" name="Image 4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2253555"/>
            <a:ext cx="8151763" cy="1072753"/>
          </a:xfrm>
          <a:prstGeom prst="rect">
            <a:avLst/>
          </a:prstGeom>
        </p:spPr>
      </p:pic>
      <p:pic>
        <p:nvPicPr>
          <p:cNvPr id="13" name="Image 5" descr="preencoded.png">
            <a:hlinkClick r:id="rId12" tooltip="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415978"/>
            <a:ext cx="8151763" cy="107275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67519" y="4578400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being a part of this incredible community. The best is yet to come!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2026-07-30T17:12:10Z</dcterms:created>
  <dcterms:modified xsi:type="dcterms:W3CDTF">2026-07-30T17:12:10Z</dcterms:modified>
</cp:coreProperties>
</file>